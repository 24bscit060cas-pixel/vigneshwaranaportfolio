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0"/>
    <p:restoredTop sz="94648"/>
  </p:normalViewPr>
  <p:slideViewPr>
    <p:cSldViewPr>
      <p:cViewPr>
        <p:scale>
          <a:sx n="75" d="100"/>
          <a:sy n="75" d="100"/>
        </p:scale>
        <p:origin x="-51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435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 </a:t>
            </a:r>
            <a:r>
              <a:rPr lang="en-US" sz="2400" dirty="0" smtClean="0"/>
              <a:t>VIGNESHWARAN.G</a:t>
            </a:r>
            <a:endParaRPr lang="en-US" sz="2400" dirty="0"/>
          </a:p>
          <a:p>
            <a:r>
              <a:rPr lang="en-US" sz="2400" dirty="0"/>
              <a:t>REGISTER NO AND NMID: </a:t>
            </a:r>
            <a:r>
              <a:rPr lang="en-US" sz="2400" dirty="0" smtClean="0"/>
              <a:t>2426J0133.asbruap2426J0133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</a:t>
            </a:r>
            <a:r>
              <a:rPr lang="en-US" sz="2400" dirty="0" smtClean="0"/>
              <a:t>INFORMATION TECHNOLOGY</a:t>
            </a:r>
            <a:endParaRPr lang="en-US" sz="2400" dirty="0"/>
          </a:p>
          <a:p>
            <a:r>
              <a:rPr lang="en-US" sz="2400" dirty="0"/>
              <a:t>COLLEGE: PPG Collage of Arts and </a:t>
            </a:r>
            <a:r>
              <a:rPr lang="en-US" sz="2400" dirty="0" err="1"/>
              <a:t>Science,Bharathiar</a:t>
            </a:r>
            <a:r>
              <a:rPr lang="en-US" sz="2400" dirty="0"/>
              <a:t> university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2</a:t>
            </a:fld>
            <a:endParaRPr spc="1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669578C-422A-D6A9-EC09-B0C287A2E33C}"/>
              </a:ext>
            </a:extLst>
          </p:cNvPr>
          <p:cNvSpPr txBox="1"/>
          <p:nvPr/>
        </p:nvSpPr>
        <p:spPr>
          <a:xfrm>
            <a:off x="2917371" y="2242457"/>
            <a:ext cx="270183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SIMPLE PORTFOLIO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315200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5636895" cy="13247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2727960" algn="l"/>
              </a:tabLst>
            </a:pPr>
            <a:r>
              <a:rPr lang="en-US" sz="4250" dirty="0"/>
              <a:t>Problem Statement</a:t>
            </a:r>
            <a:br>
              <a:rPr lang="en-US" sz="4250" dirty="0"/>
            </a:br>
            <a:endParaRPr sz="425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4</a:t>
            </a:fld>
            <a:endParaRPr spc="10" dirty="0"/>
          </a:p>
        </p:txBody>
      </p:sp>
      <p:sp>
        <p:nvSpPr>
          <p:cNvPr id="11" name="Rectangle 10"/>
          <p:cNvSpPr/>
          <p:nvPr/>
        </p:nvSpPr>
        <p:spPr>
          <a:xfrm>
            <a:off x="757237" y="145637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Many students and professionals need a simple, clean online presence to showcase their skills, projects, and contact information. The challenge is to create a lightweight, easy-to-maintain portfolio website that highlights the developer’s background and work using basic web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5</a:t>
            </a:fld>
            <a:endParaRPr spc="10" dirty="0"/>
          </a:p>
        </p:txBody>
      </p:sp>
      <p:sp>
        <p:nvSpPr>
          <p:cNvPr id="9" name="Rectangle 8"/>
          <p:cNvSpPr/>
          <p:nvPr/>
        </p:nvSpPr>
        <p:spPr>
          <a:xfrm>
            <a:off x="914400" y="2133600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goal of this project is to build a personal portfolio website for </a:t>
            </a:r>
            <a:r>
              <a:rPr lang="en-US" dirty="0" err="1" smtClean="0"/>
              <a:t>vigneshwarn.g</a:t>
            </a:r>
            <a:r>
              <a:rPr lang="en-US" dirty="0" smtClean="0"/>
              <a:t>, </a:t>
            </a:r>
            <a:r>
              <a:rPr lang="en-US" dirty="0"/>
              <a:t>a B.Sc. </a:t>
            </a:r>
            <a:r>
              <a:rPr lang="en-US" dirty="0" smtClean="0"/>
              <a:t>Information technology</a:t>
            </a:r>
            <a:r>
              <a:rPr lang="en-US" dirty="0" smtClean="0"/>
              <a:t> </a:t>
            </a:r>
            <a:r>
              <a:rPr lang="en-US" dirty="0"/>
              <a:t>student. The website will display </a:t>
            </a:r>
            <a:r>
              <a:rPr lang="en-US" dirty="0" err="1" smtClean="0"/>
              <a:t>vigneshwaran’g</a:t>
            </a:r>
            <a:r>
              <a:rPr lang="en-US" dirty="0" smtClean="0"/>
              <a:t> </a:t>
            </a:r>
            <a:r>
              <a:rPr lang="en-US" dirty="0"/>
              <a:t>background, skills, and projects and provide a contact form for visitors to reach out. The project uses only HTML, CSS, and JavaScript to create a responsive, user-friendly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6</a:t>
            </a:fld>
            <a:endParaRPr spc="10" dirty="0"/>
          </a:p>
        </p:txBody>
      </p:sp>
      <p:sp>
        <p:nvSpPr>
          <p:cNvPr id="7" name="Rectangle 6"/>
          <p:cNvSpPr/>
          <p:nvPr/>
        </p:nvSpPr>
        <p:spPr>
          <a:xfrm>
            <a:off x="990600" y="2019300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End Users</a:t>
            </a:r>
          </a:p>
          <a:p>
            <a:r>
              <a:rPr lang="en-US" dirty="0"/>
              <a:t>Potential employers or recruiters looking for </a:t>
            </a:r>
            <a:r>
              <a:rPr lang="en-US" dirty="0" err="1" smtClean="0"/>
              <a:t>vigneshwaran’g</a:t>
            </a:r>
            <a:r>
              <a:rPr lang="en-US" dirty="0" smtClean="0"/>
              <a:t> </a:t>
            </a:r>
            <a:r>
              <a:rPr lang="en-US" dirty="0"/>
              <a:t>skills and projects.</a:t>
            </a:r>
          </a:p>
          <a:p>
            <a:r>
              <a:rPr lang="en-US" dirty="0"/>
              <a:t>Friends, classmates, or professional contacts who want to learn more about </a:t>
            </a:r>
            <a:r>
              <a:rPr lang="en-US" dirty="0" err="1" smtClean="0"/>
              <a:t>vigneshwaran’g</a:t>
            </a:r>
            <a:r>
              <a:rPr lang="en-US" dirty="0" err="1" smtClean="0"/>
              <a:t>work.Anyone</a:t>
            </a:r>
            <a:r>
              <a:rPr lang="en-US" dirty="0" smtClean="0"/>
              <a:t> </a:t>
            </a:r>
            <a:r>
              <a:rPr lang="en-US" dirty="0"/>
              <a:t>interested in web development who might benefit from seeing a simple portfolio example.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16712" y="1425575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7</a:t>
            </a:fld>
            <a:endParaRPr spc="10" dirty="0"/>
          </a:p>
        </p:txBody>
      </p:sp>
      <p:sp>
        <p:nvSpPr>
          <p:cNvPr id="8" name="Rectangle 7"/>
          <p:cNvSpPr/>
          <p:nvPr/>
        </p:nvSpPr>
        <p:spPr>
          <a:xfrm>
            <a:off x="2984500" y="20335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Tools and Technologies</a:t>
            </a:r>
          </a:p>
          <a:p>
            <a:r>
              <a:rPr lang="en-US" b="1" dirty="0"/>
              <a:t>HTML</a:t>
            </a:r>
            <a:r>
              <a:rPr lang="en-US" dirty="0"/>
              <a:t>: To structure the content of the website.</a:t>
            </a:r>
          </a:p>
          <a:p>
            <a:r>
              <a:rPr lang="en-US" b="1" dirty="0"/>
              <a:t>CSS</a:t>
            </a:r>
            <a:r>
              <a:rPr lang="en-US" dirty="0"/>
              <a:t>: For styling and layout, ensuring the site looks clean and professional.</a:t>
            </a:r>
          </a:p>
          <a:p>
            <a:r>
              <a:rPr lang="en-US" b="1" dirty="0"/>
              <a:t>JavaScript</a:t>
            </a:r>
            <a:r>
              <a:rPr lang="en-US" dirty="0"/>
              <a:t>: To add interactivity, such as form validation and user feedback.</a:t>
            </a:r>
          </a:p>
          <a:p>
            <a:r>
              <a:rPr lang="en-US" b="1" dirty="0"/>
              <a:t>Browser</a:t>
            </a:r>
            <a:r>
              <a:rPr lang="en-US" dirty="0"/>
              <a:t>: To view and test the website locally.</a:t>
            </a:r>
          </a:p>
          <a:p>
            <a:r>
              <a:rPr lang="en-US" b="1" dirty="0"/>
              <a:t>Text Editor</a:t>
            </a:r>
            <a:r>
              <a:rPr lang="en-US" dirty="0"/>
              <a:t> (like VS Code, Sublime Text): To write and edit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743075" y="1305341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Portfolio Design and Layout</a:t>
            </a:r>
          </a:p>
          <a:p>
            <a:r>
              <a:rPr lang="en-US" b="1" dirty="0"/>
              <a:t>Header</a:t>
            </a:r>
            <a:r>
              <a:rPr lang="en-US" dirty="0"/>
              <a:t>: Contains </a:t>
            </a:r>
            <a:r>
              <a:rPr lang="en-US" dirty="0" err="1" smtClean="0"/>
              <a:t>vigneshwaran.g</a:t>
            </a:r>
            <a:r>
              <a:rPr lang="en-US" dirty="0" smtClean="0"/>
              <a:t> </a:t>
            </a:r>
            <a:r>
              <a:rPr lang="en-US" dirty="0"/>
              <a:t>name, degree, and navigation menu linking to sections (About, Projects, Contact).</a:t>
            </a:r>
          </a:p>
          <a:p>
            <a:r>
              <a:rPr lang="en-US" b="1" dirty="0"/>
              <a:t>About Section</a:t>
            </a:r>
            <a:r>
              <a:rPr lang="en-US" dirty="0"/>
              <a:t>: Brief introduction about </a:t>
            </a:r>
            <a:r>
              <a:rPr lang="en-US" dirty="0" err="1" smtClean="0"/>
              <a:t>vigneshwaran.g</a:t>
            </a:r>
            <a:r>
              <a:rPr lang="en-US" dirty="0" smtClean="0"/>
              <a:t> </a:t>
            </a:r>
            <a:r>
              <a:rPr lang="en-US" dirty="0"/>
              <a:t>and his passion for web development.</a:t>
            </a:r>
          </a:p>
          <a:p>
            <a:r>
              <a:rPr lang="en-US" b="1" dirty="0"/>
              <a:t>Projects Section</a:t>
            </a:r>
            <a:r>
              <a:rPr lang="en-US" dirty="0"/>
              <a:t>: A showcase of simple projects to demonstrate coding skills.</a:t>
            </a:r>
          </a:p>
          <a:p>
            <a:r>
              <a:rPr lang="en-US" b="1" dirty="0"/>
              <a:t>Contact Section</a:t>
            </a:r>
            <a:r>
              <a:rPr lang="en-US" dirty="0"/>
              <a:t>: A form where visitors can send messages directly (with basic validation).</a:t>
            </a:r>
          </a:p>
          <a:p>
            <a:r>
              <a:rPr lang="en-US" b="1" dirty="0"/>
              <a:t>Footer</a:t>
            </a:r>
            <a:r>
              <a:rPr lang="en-US" dirty="0"/>
              <a:t>: Displays copyright info.</a:t>
            </a:r>
          </a:p>
          <a:p>
            <a:r>
              <a:rPr lang="en-US" b="1" dirty="0"/>
              <a:t>Responsive Layout</a:t>
            </a:r>
            <a:r>
              <a:rPr lang="en-US" dirty="0"/>
              <a:t>: The site is centered with a max-width to keep content readable and spaced well.</a:t>
            </a:r>
          </a:p>
          <a:p>
            <a:r>
              <a:rPr lang="en-US" b="1" dirty="0"/>
              <a:t>Color Scheme</a:t>
            </a:r>
            <a:r>
              <a:rPr lang="en-US" dirty="0"/>
              <a:t>: Dark header/footer with light content area for contrast and readability.</a:t>
            </a:r>
          </a:p>
          <a:p>
            <a:r>
              <a:rPr lang="en-US" b="1" dirty="0"/>
              <a:t>Clean and Minimalist</a:t>
            </a:r>
            <a:r>
              <a:rPr lang="en-US" dirty="0"/>
              <a:t>: Focus on content without distractions.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166843"/>
            <a:ext cx="7924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Features and Functionality</a:t>
            </a:r>
          </a:p>
          <a:p>
            <a:r>
              <a:rPr lang="en-US" b="1" dirty="0"/>
              <a:t>Navigation Menu</a:t>
            </a:r>
            <a:r>
              <a:rPr lang="en-US" dirty="0"/>
              <a:t>: Smooth and easy to access sections of the page.</a:t>
            </a:r>
          </a:p>
          <a:p>
            <a:r>
              <a:rPr lang="en-US" b="1" dirty="0"/>
              <a:t>About Me Section</a:t>
            </a:r>
            <a:r>
              <a:rPr lang="en-US" dirty="0"/>
              <a:t>: Static text introducing </a:t>
            </a:r>
            <a:r>
              <a:rPr lang="en-US" dirty="0" err="1" smtClean="0"/>
              <a:t>vigneshwaran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Projects Section</a:t>
            </a:r>
            <a:r>
              <a:rPr lang="en-US" dirty="0"/>
              <a:t>: Lists multiple projects with titles and descriptions.</a:t>
            </a:r>
          </a:p>
          <a:p>
            <a:r>
              <a:rPr lang="en-US" b="1" dirty="0"/>
              <a:t>Contact Form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Input fields for name, email, and message.</a:t>
            </a:r>
          </a:p>
          <a:p>
            <a:pPr lvl="1"/>
            <a:r>
              <a:rPr lang="en-US" dirty="0"/>
              <a:t>Validation to ensure all fields are filled before submitting.</a:t>
            </a:r>
          </a:p>
          <a:p>
            <a:pPr lvl="1"/>
            <a:r>
              <a:rPr lang="en-US" dirty="0"/>
              <a:t>JavaScript alert confirms successful message submission.</a:t>
            </a:r>
          </a:p>
          <a:p>
            <a:pPr lvl="1"/>
            <a:r>
              <a:rPr lang="en-US" dirty="0"/>
              <a:t>Form resets after submission.</a:t>
            </a:r>
          </a:p>
          <a:p>
            <a:r>
              <a:rPr lang="en-US" b="1" dirty="0"/>
              <a:t>Responsive Design</a:t>
            </a:r>
            <a:r>
              <a:rPr lang="en-US" dirty="0"/>
              <a:t>: Works well on desktop and smaller screens.</a:t>
            </a:r>
          </a:p>
          <a:p>
            <a:r>
              <a:rPr lang="en-US" b="1" dirty="0"/>
              <a:t>Consistent Styling</a:t>
            </a:r>
            <a:r>
              <a:rPr lang="en-US" dirty="0"/>
              <a:t>: Uses CSS for layout, colors, fonts, and hover effects on buttons.</a:t>
            </a:r>
          </a:p>
          <a:p>
            <a:r>
              <a:rPr lang="en-US" b="1" dirty="0"/>
              <a:t>User Feedback</a:t>
            </a:r>
            <a:r>
              <a:rPr lang="en-US" dirty="0"/>
              <a:t>: Alerts provide simple interaction feedback.</a:t>
            </a:r>
          </a:p>
        </p:txBody>
      </p:sp>
    </p:spTree>
    <p:extLst>
      <p:ext uri="{BB962C8B-B14F-4D97-AF65-F5344CB8AC3E}">
        <p14:creationId xmlns:p14="http://schemas.microsoft.com/office/powerpoint/2010/main" xmlns="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10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13" name="Picture 12" descr="vick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414" y="1428736"/>
            <a:ext cx="8452113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19200" y="189547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portfolio website project successfully demonstrates the ability to build a clean, responsive, and functional personal website using only HTML, CSS, and JavaScript. It provides a solid foundation for showcasing skills and projects for potential employers or contacts.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579</Words>
  <Application>Microsoft Macintosh PowerPoint</Application>
  <PresentationFormat>Custom</PresentationFormat>
  <Paragraphs>74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AGENDA</vt:lpstr>
      <vt:lpstr>Problem Statement </vt:lpstr>
      <vt:lpstr>PROJECT OVERVIEW</vt:lpstr>
      <vt:lpstr>WHO ARE THE END USERS?</vt:lpstr>
      <vt:lpstr>TOOLS AND TECHNIQUES</vt:lpstr>
      <vt:lpstr>Slide 8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ADMIN</cp:lastModifiedBy>
  <cp:revision>29</cp:revision>
  <dcterms:created xsi:type="dcterms:W3CDTF">2024-03-29T15:07:22Z</dcterms:created>
  <dcterms:modified xsi:type="dcterms:W3CDTF">2025-09-12T14:12:09Z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